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(30s). Projeto: aplicacao Django containerizada em tres servicos, com upload de arquivo que sobrevive a destruicao dos containers. Vou mostrar a arquitetura, as decisoes de cada imagem, como a persistencia funciona, e no fim uma demo ao vivo provando que o arquivo nao se perde. Repositorio: github.com/Geisbelly/django-docker-upload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contrato (1min). Leio o enunciado como checklist e digo onde cada exigencia esta no repositorio. A ideia e deixar claro desde o inicio que nada do pedido ficou de fora, para o resto da apresentacao ser sobre COMO, nao 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central (2min). Percurso da requisicao: navegador bate no nginx na 8080, nginx repassa para gunicorn em web:8000, Django fala com o Postgres em db:5432. Dois pontos que eu quero que fiquem: (1) superficie de ataque — so uma porta publicada, o banco nao e alcancavel de fora; (2) o volume de midia e compartilhado entre web e nginx — o Django grava, o nginx le e serve, e por isso o download nao passa pelo Python. Se perguntarem do 'ro': e read-only de proposito, o nginx nao tem motivo para escrever 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detalhe (1min30). Falo de cada um em duas frases. Enfase no que e decisao, nao default: o healthcheck do db (o web espera o banco ficar pronto de verdade), o usuario sem privilegio no web, e o fato de o nginx ser o unico com porta publicada. Se o tempo estiver curto, leio so os titulos e sigo.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justificativa (1min). Essa e a pergunta classica de banca: 'por que dois servidores?'. Resposta curta: sao papeis diferentes. Gunicorn executa codigo Python; nginx cuida de rede, arquivos estaticos e limites. Runserver nao faz nenhum dos dois bem. Se insistirem em 'daria para rodar so o gunicorn?': daria, e responderia HTTP, mas eu perderia o servico de estaticos/midia fora do Python e o limite de corpo da requisicao.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tecnico (1min30). O ponto 2 e o que eu mais quero destacar: a ordem do COPY nao e estetica, e cache de build. O ponto 4 costuma virar pergunta: por que criar /vol e dar chown ANTES de montar o volume? Porque quando um volume nomeado vazio e montado sobre um diretorio que existe na imagem, o Docker copia conteudo E dono. Se eu nao fizesse isso, o volume nasceria pertencendo ao root e o appuser nao conseguiria gravar o upload.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operacao (1min30). Explico que o container e autossuficiente: subiu, ele mesmo prepara o ambiente. Duas perguntas provaveis. 'Por que exec no final?' Sem exec, o shell continua sendo PID 1 e nao repassa SIGTERM; o container morreria por timeout em vez de desligar limpo. 'Rodar migrate no boot nao e arriscado com varios containers?' Com uma replica, nao. Escalando o web, o certo seria tirar o migrate do entrypoint e rodar como job separado — esta nos proximos passos.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do requisito principal (1min). A frase que resume: o diretorio onde o Django grava e o ponto de montagem de um volume nomeado. Por isso o arquivo nao esta na camada de escrita do container. Se perguntarem por que volume nomeado em vez de bind mount: portabilidade (nao depende de caminho do host, funciona igual em Windows e Linux) e permissao (o volume herda o dono da imagem).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fluxo (1min30). Dois passos merecem enfase. O 3: a validacao esta nos validadores do MODEL, nao do formulario. Ficando no model, ela vale para qualquer caminho de escrita — o formulario da home, o admin, e qualquer codigo que chame full_clean(). Se estivesse so no form, um upload pelo admin passaria direto. O 5: FileField NAO guarda o arquivo no banco, guarda uma string com o caminho relativo a MEDIA_ROOT. O banco fica leve, e arquivo e metadado escalam separados. Se perguntarem do 'accept' no input: e conveniencia do navegador, nao vale como seguranca — quem decide e o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prova (1min) — e o mesmo teste que eu vou rodar ao vivo. Se a demo falhar por algum motivo, esse slide e o plano B: ele mostra o comando e o resultado esperado. Deixo claro a diferenca entre down e down -v, porque e exatamente o que separa 'persistente' de 'volatil'.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profundidade (1min). O card de baixo e o meu trunfo se a banca perguntar 'qual o tamanho maximo de upload?'. Resposta em camadas: 10 MB e o limite que o usuario sente, imposto pela aplicacao; 100M e o perimetro do nginx, que corta corpo gigante antes de gastar worker; e o 5MB do Django nao e limite, e o limiar memoria/disco. Confundir os tres e o erro comum, e mostrar que eu sei a diferenca vale ponto. Os dois timeouts de 120s tambem sao intencionais: se o do nginx fosse menor que o do gunicorn, o cliente levaria 504 enquanto o worker ainda estava processando o upload.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maturidade (1min). Mostro que pensei em operacao, nao so em 'funciona na minha maquina'. O card de baixo e deliberado: eu mesma levanto a fraqueza do superusuario automatico antes de alguem apontar. Admitir um trade-off conhecido passa mais confianca do que ser pega por 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demo (3 a 4min de execucao). Regras que eu me dou: (1) subir a stack ANTES da apresentacao comecar, para nao gastar o tempo da banca esperando build; (2) ter um arquivo pequeno de teste ja escolhido na area de trabalho; (3) o passo 6 e o clima da demo — e onde o requisito principal fica provado. Se a internet ou o Docker falhar, eu pulo para o slide 10, que tem o mesmo teste em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fechamento tecnico (1min). Esse slide e estrategia: eu listo as fraquezas antes da banca listar. A primeira e a mais honesta: eu valido EXTENSAO, nao conteudo. Alguem pode renomear um executavel para .pdf e passa. Validar de verdade exigiria inspecionar os bytes iniciais, com python-magic ou equivalente — esta na coluna da direita. A segunda: a midia sai no mesmo dominio da aplicacao, entao um HTML ou SVG enviado poderia rodar script ali. Por isso html e svg ficaram fora da lista de extensoes aceitas; a defesa completa e o Content-Disposition. Dizer isso antes de perguntarem vale mais do que ser pega.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(30s). Recapitulo os quatro requisitos em uma frase cada, deixo o link do repositorio na tela e abro para perguntas. Nao leio o slide palavra por palavra — e ancora visual enquanto eu resumo.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1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DE PROJETO  ·  CONTAINERIZAÇÃO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Django + Gunicorn + Nginx + PostgreSQL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própria em três containers, com upload de arquivo persistido em volume Docker.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348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Geisbelly Victória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548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github.com/Geisbelly/django-docker-upload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138160" y="1691640"/>
            <a:ext cx="3383280" cy="960120"/>
          </a:xfrm>
          <a:prstGeom prst="roundRect">
            <a:avLst>
              <a:gd name="adj" fmla="val 6667"/>
            </a:avLst>
          </a:prstGeom>
          <a:solidFill>
            <a:srgbClr val="313D49"/>
          </a:solidFill>
          <a:ln/>
        </p:spPr>
      </p:sp>
      <p:sp>
        <p:nvSpPr>
          <p:cNvPr id="8" name="Shape 6"/>
          <p:cNvSpPr/>
          <p:nvPr/>
        </p:nvSpPr>
        <p:spPr>
          <a:xfrm>
            <a:off x="8357616" y="196596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15400" y="18562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167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reverso  ·  :8080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29800" y="2651760"/>
            <a:ext cx="0" cy="210312"/>
          </a:xfrm>
          <a:prstGeom prst="line">
            <a:avLst/>
          </a:prstGeom>
          <a:noFill/>
          <a:ln w="15875">
            <a:solidFill>
              <a:srgbClr val="5A667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38160" y="2862072"/>
            <a:ext cx="3383280" cy="960120"/>
          </a:xfrm>
          <a:prstGeom prst="roundRect">
            <a:avLst>
              <a:gd name="adj" fmla="val 6667"/>
            </a:avLst>
          </a:prstGeom>
          <a:solidFill>
            <a:srgbClr val="313D49"/>
          </a:solidFill>
          <a:ln/>
        </p:spPr>
      </p:sp>
      <p:sp>
        <p:nvSpPr>
          <p:cNvPr id="13" name="Shape 11"/>
          <p:cNvSpPr/>
          <p:nvPr/>
        </p:nvSpPr>
        <p:spPr>
          <a:xfrm>
            <a:off x="8357616" y="3136392"/>
            <a:ext cx="411480" cy="411480"/>
          </a:xfrm>
          <a:prstGeom prst="ellipse">
            <a:avLst/>
          </a:prstGeom>
          <a:solidFill>
            <a:srgbClr val="6E8F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15400" y="30266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gunicorn  ·  :8000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829800" y="3822192"/>
            <a:ext cx="0" cy="210312"/>
          </a:xfrm>
          <a:prstGeom prst="line">
            <a:avLst/>
          </a:prstGeom>
          <a:noFill/>
          <a:ln w="15875">
            <a:solidFill>
              <a:srgbClr val="5A66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38160" y="4032504"/>
            <a:ext cx="3383280" cy="960120"/>
          </a:xfrm>
          <a:prstGeom prst="roundRect">
            <a:avLst>
              <a:gd name="adj" fmla="val 6667"/>
            </a:avLst>
          </a:prstGeom>
          <a:solidFill>
            <a:srgbClr val="313D49"/>
          </a:solidFill>
          <a:ln/>
        </p:spPr>
      </p:sp>
      <p:sp>
        <p:nvSpPr>
          <p:cNvPr id="18" name="Shape 16"/>
          <p:cNvSpPr/>
          <p:nvPr/>
        </p:nvSpPr>
        <p:spPr>
          <a:xfrm>
            <a:off x="8357616" y="4306824"/>
            <a:ext cx="411480" cy="411480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15400" y="41970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4507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·  :5432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922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1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que foi pedido e onde está entregue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234940" cy="2084832"/>
          </a:xfrm>
          <a:prstGeom prst="roundRect">
            <a:avLst>
              <a:gd name="adj" fmla="val 3070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5564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1755648"/>
            <a:ext cx="41742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do Django com Gunicorn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22576"/>
            <a:ext cx="46863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web, build do Dockerfile próprio (python:3.12-slim). Gunicorn 22 com 3 workers em 0.0.0.0:8000.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45536"/>
            <a:ext cx="4686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  ·  docker-compose.yml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86500" y="1481328"/>
            <a:ext cx="5234940" cy="2084832"/>
          </a:xfrm>
          <a:prstGeom prst="roundRect">
            <a:avLst>
              <a:gd name="adj" fmla="val 3070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60820" y="175564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6082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72884" y="1755648"/>
            <a:ext cx="41742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Nginx como proxy reverso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60820" y="2322576"/>
            <a:ext cx="46863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nginx (nginx:1.27-alpine) faz proxy_pass para web:8000 e serve /static/ e /media/ direto do volume.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60820" y="3145536"/>
            <a:ext cx="4686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nginx/Dockerfile  ·  nginx/default.conf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895344"/>
            <a:ext cx="5234940" cy="2084832"/>
          </a:xfrm>
          <a:prstGeom prst="roundRect">
            <a:avLst>
              <a:gd name="adj" fmla="val 3070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169664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26464" y="4169664"/>
            <a:ext cx="41742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PostgreSQL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736592"/>
            <a:ext cx="46863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db (postgres:16-alpine) com healthcheck pg_isready; o web só sobe quando o banco responde.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559552"/>
            <a:ext cx="4686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86500" y="3895344"/>
            <a:ext cx="5234940" cy="2084832"/>
          </a:xfrm>
          <a:prstGeom prst="roundRect">
            <a:avLst>
              <a:gd name="adj" fmla="val 3070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60820" y="4169664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6082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72884" y="4169664"/>
            <a:ext cx="41742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salvo em volume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560820" y="4736592"/>
            <a:ext cx="46863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próprio na home, validado no model. Grava em MEDIA_ROOT = /vol/media, que é o volume media_data.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560820" y="5559552"/>
            <a:ext cx="4686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core/forms.py  ·  core/validators.py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922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1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Três containers, uma porta publicada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737360" cy="914400"/>
          </a:xfrm>
          <a:prstGeom prst="roundRect">
            <a:avLst>
              <a:gd name="adj" fmla="val 7000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2219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880360" y="1920240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880360" y="208483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24323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reverso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920240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6E8F82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852160" y="208483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4323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23960" y="1920240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823960" y="208483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823960" y="24323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96312" y="2377440"/>
            <a:ext cx="310896" cy="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258568" y="153619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68112" y="2377440"/>
            <a:ext cx="310896" cy="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230368" y="153619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:8000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439912" y="2377440"/>
            <a:ext cx="310896" cy="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8202168" y="153619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:5432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80360" y="3950208"/>
            <a:ext cx="5486400" cy="1078992"/>
          </a:xfrm>
          <a:prstGeom prst="roundRect">
            <a:avLst>
              <a:gd name="adj" fmla="val 5932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081528" y="40782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compartilhados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081528" y="43708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3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media_data  →  /vol/media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3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static_data →  /vol/static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823960" y="3950208"/>
            <a:ext cx="2514600" cy="1078992"/>
          </a:xfrm>
          <a:prstGeom prst="roundRect">
            <a:avLst>
              <a:gd name="adj" fmla="val 5932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025128" y="40782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banco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025128" y="4407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postgres_data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37660" y="2834640"/>
            <a:ext cx="0" cy="1115568"/>
          </a:xfrm>
          <a:prstGeom prst="line">
            <a:avLst/>
          </a:prstGeom>
          <a:noFill/>
          <a:ln w="15875">
            <a:solidFill>
              <a:srgbClr val="7A8894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4224528" y="32186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09460" y="2834640"/>
            <a:ext cx="0" cy="1115568"/>
          </a:xfrm>
          <a:prstGeom prst="line">
            <a:avLst/>
          </a:prstGeom>
          <a:noFill/>
          <a:ln w="15875">
            <a:solidFill>
              <a:srgbClr val="7A8894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7196328" y="32186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081260" y="2834640"/>
            <a:ext cx="0" cy="1115568"/>
          </a:xfrm>
          <a:prstGeom prst="line">
            <a:avLst/>
          </a:prstGeom>
          <a:noFill/>
          <a:ln w="15875">
            <a:solidFill>
              <a:srgbClr val="7A8894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nginx publica porta no host (8080→80). web usa expose e db não expõe nada: ambos só existem na rede interna do Compose. O mesmo volume de mídia é montado rw no web (grava o upload) e ro no nginx (serve o download).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922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1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papel de cada container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3383280" cy="3218688"/>
          </a:xfrm>
          <a:prstGeom prst="roundRect">
            <a:avLst>
              <a:gd name="adj" fmla="val 1989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92224"/>
            <a:ext cx="402336" cy="40233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1810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340864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8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postgres:16-alpine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871216"/>
            <a:ext cx="28712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postgres_data em /var/lib/postgresql/data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com pg_isready a cada 5s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porta publicada no host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vêm do .env, não do compose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536192"/>
            <a:ext cx="3383280" cy="3218688"/>
          </a:xfrm>
          <a:prstGeom prst="roundRect">
            <a:avLst>
              <a:gd name="adj" fmla="val 1989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1792224"/>
            <a:ext cx="402336" cy="402336"/>
          </a:xfrm>
          <a:prstGeom prst="ellipse">
            <a:avLst/>
          </a:prstGeom>
          <a:solidFill>
            <a:srgbClr val="6E8F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1810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8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45152" y="2340864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8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.  (python:3.12-slim)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645152" y="2871216"/>
            <a:ext cx="28712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22: 3 workers, timeout de 120s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como appuser (uid 1000), não root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8000 — visível só na rede interna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media_data e static_data como rw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536192"/>
            <a:ext cx="3383280" cy="3218688"/>
          </a:xfrm>
          <a:prstGeom prst="roundRect">
            <a:avLst>
              <a:gd name="adj" fmla="val 1989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94192" y="1792224"/>
            <a:ext cx="402336" cy="40233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94192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924544" y="1810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94192" y="2340864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8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nginx:1.27-alpine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394192" y="2871216"/>
            <a:ext cx="28712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proxy_pass para o upstream web:8000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/static/ e /media/ direto do volume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client_max_body_size de 100M no upload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porta publicada: 8080 → 80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010912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77824" y="5193792"/>
            <a:ext cx="310896" cy="3108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77824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298448" y="5212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sobem com restart: unless-stopped, e o web só inicia depois que o healthcheck do db passa — a stack se recompõe sozinha se um container cair.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922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1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Por que Gunicorn e Nginx, e não runserver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4754880" cy="4023360"/>
          </a:xfrm>
          <a:prstGeom prst="roundRect">
            <a:avLst>
              <a:gd name="adj" fmla="val 1591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10512"/>
            <a:ext cx="402336" cy="402336"/>
          </a:xfrm>
          <a:prstGeom prst="ellipse">
            <a:avLst/>
          </a:prstGeom>
          <a:solidFill>
            <a:srgbClr val="7A889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8470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manage.py runserver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957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Descartado. É o servidor de desenvolvimento do Django — a própria documentação diz para não usá-lo em produção.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218688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único com recarregamento automático de código — pensado para desenvolvimento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gerencia workers: nada reinicia um processo travado ou vazando memória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estáticos só como conveniência, e apenas com DEBUG ligado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faz buffering de requisição lenta nem limita o tamanho do corpo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1536192"/>
            <a:ext cx="5577840" cy="1938528"/>
          </a:xfrm>
          <a:prstGeom prst="roundRect">
            <a:avLst>
              <a:gd name="adj" fmla="val 3302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7556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8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gunicorn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06654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Gunicorn resolve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45059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WSGI de produção: 3 processos worker atendendo em paralelo, timeout de 120s, logs de acesso e erro no stdout (a forma que o Docker espera).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3621024"/>
            <a:ext cx="5577840" cy="1938528"/>
          </a:xfrm>
          <a:prstGeom prst="roundRect">
            <a:avLst>
              <a:gd name="adj" fmla="val 3302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21792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41513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Nginx resolve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4535424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de entrada única: encerra a conexão do cliente, aplica o limite de 100M no upload, e serve /static/ e /media/ do disco sem acordar o Python.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PRÓPRIA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922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1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Decisões dentro do Dockerfile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5029200" cy="4023360"/>
          </a:xfrm>
          <a:prstGeom prst="roundRect">
            <a:avLst>
              <a:gd name="adj" fmla="val 1364"/>
            </a:avLst>
          </a:prstGeom>
          <a:solidFill>
            <a:srgbClr val="2631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682496"/>
            <a:ext cx="462686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python:3.12-slim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apt-get install -y \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libpq5 postgresql-client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requirements.txt 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-r requirements.txt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app/ /app/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useradd --uid 1000 appuser \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mkdir -p /vol/static /vol/media \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chown -R appuser:appuser /vol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appuser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ENTRYPOINT ["/entrypoint.sh"]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["gunicorn", ...]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0" y="1627632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55664" y="1591056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base enxuta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55664" y="1865376"/>
            <a:ext cx="5065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python:3.12-slim em vez da completa: menos pacotes na imagem, menos superfície para vulnerabilidade.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2651760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2615184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das camadas é cache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55664" y="2889504"/>
            <a:ext cx="5065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é copiado e instalado antes do código. Mudar uma view não reinstala o Django.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3675888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0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3639312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as bibliotecas necessárias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3913632"/>
            <a:ext cx="5065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libpq5 para o psycopg falar com o Postgres e postgresql-client para o pg_isready do entrypoint.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0" y="4700016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0" y="4700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4663440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sem privilégio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55664" y="4937760"/>
            <a:ext cx="5065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appuser (uid 1000). /vol já é criado e pertence a ele, então o volume nomeado herda a permissão certa na primeira montagem.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922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1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que acontece quando o container sobe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15361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o Postgres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810512"/>
            <a:ext cx="6163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com pg_isready até o banco aceitar conexão. O Compose já usa depends_on com condition: service_healthy — o loop é o cinto além do suspensório.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432304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" y="2395728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as migrações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" y="2670048"/>
            <a:ext cx="6163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manage.py migrate --noinput. O schema nasce junto com o ambiente; ninguém precisa rodar nada à mão.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" y="3255264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os estáticos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3529584"/>
            <a:ext cx="6163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manage.py collectstatic --noinput joga tudo em /vol/static, que é o volume que o nginx lê.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151376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151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" y="4114800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o superusuário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4389120"/>
            <a:ext cx="6163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se DJANGO_SUPERUSER_* estiver no .env. Se já existir, a falha é engolida e o boot continua.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010912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010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497433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o processo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5248656"/>
            <a:ext cx="6163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gunicorn — o Gunicorn substitui o shell e vira PID 1, então recebe os sinais de parada do Docker direito.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80960" y="1572768"/>
            <a:ext cx="3840480" cy="3063240"/>
          </a:xfrm>
          <a:prstGeom prst="roundRect">
            <a:avLst>
              <a:gd name="adj" fmla="val 1791"/>
            </a:avLst>
          </a:prstGeom>
          <a:solidFill>
            <a:srgbClr val="26313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82128" y="1719072"/>
            <a:ext cx="343814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#!/bin/sh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-e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 pg_isready -h $HOST; do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sleep 1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manage.py migrate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manage.py collectstatic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"$@"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-e derruba o container se uma migração falhar — melhor falhar no boot do que servir com o schema errado.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922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1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Três volumes nomeados, nenhum bind mount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B850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0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gerenciados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Docker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caminho do host no compose: o mesmo arquivo sobe igual em Windows, Linux ou servidor.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591056"/>
            <a:ext cx="8229600" cy="1042416"/>
          </a:xfrm>
          <a:prstGeom prst="roundRect">
            <a:avLst>
              <a:gd name="adj" fmla="val 6140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29584" y="1975104"/>
            <a:ext cx="274320" cy="27432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931920" y="17739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postgres_data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121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/var/lib/postgresql/data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188366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PostgreSQL — tabelas, índices, usuários.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0" y="2798064"/>
            <a:ext cx="8229600" cy="1042416"/>
          </a:xfrm>
          <a:prstGeom prst="roundRect">
            <a:avLst>
              <a:gd name="adj" fmla="val 6140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9584" y="3182112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931920" y="29809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media_data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3328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/vol/media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309067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arquivos enviados pelo upload. rw no web, ro no nginx.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91840" y="4005072"/>
            <a:ext cx="8229600" cy="1042416"/>
          </a:xfrm>
          <a:prstGeom prst="roundRect">
            <a:avLst>
              <a:gd name="adj" fmla="val 6140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29584" y="4389120"/>
            <a:ext cx="274320" cy="274320"/>
          </a:xfrm>
          <a:prstGeom prst="ellipse">
            <a:avLst/>
          </a:prstGeom>
          <a:solidFill>
            <a:srgbClr val="6E8F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31920" y="41879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8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static_data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45354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/vol/static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42976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do collectstatic. rw no web, ro no nginx.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5285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MEDIA_ROOT = /vol/media no settings.py. O ponto onde o Django grava é exatamente o ponto de montagem do volume — é isso que faz o upload sobreviver.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922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1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caminho de um arquivo enviado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1481328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navegador envia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755648"/>
            <a:ext cx="5797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multipart do formulário da home. O admin continua funcionando como caminho alternativo.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22576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" y="2286000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nginx repassa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" y="2560320"/>
            <a:ext cx="5797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o corpo até 100M e faz proxy para o gunicorn; não guarda nada.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27248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Django valida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3364992"/>
            <a:ext cx="5797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e tamanho, nos validadores do model. Reprovou, nada é gravado e o erro volta no formulário.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" y="3895344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 no volume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4169664"/>
            <a:ext cx="5797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FileField com upload_to grava os bytes em /vol/media/uploads/&lt;nome&gt;.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36592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736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4700016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guarda o caminho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4974336"/>
            <a:ext cx="5797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coluna é VARCHAR com o caminho relativo — o binário nunca entra no Postgres.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41264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5541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" y="5504688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nginx serve o download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" y="5779008"/>
            <a:ext cx="5797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/media/uploads/&lt;nome&gt; sai direto do volume, sem acordar o Python.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223760" y="1517904"/>
            <a:ext cx="4297680" cy="2139696"/>
          </a:xfrm>
          <a:prstGeom prst="roundRect">
            <a:avLst>
              <a:gd name="adj" fmla="val 2564"/>
            </a:avLst>
          </a:prstGeom>
          <a:solidFill>
            <a:srgbClr val="26313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24928" y="1664208"/>
            <a:ext cx="389534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arquivo = models.FileField(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upload_to=upload_to,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validators=[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validate_extensao_arquivo,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validate_tamanho_arquivo,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223760" y="3877056"/>
            <a:ext cx="4297680" cy="2084832"/>
          </a:xfrm>
          <a:prstGeom prst="roundRect">
            <a:avLst>
              <a:gd name="adj" fmla="val 3070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443216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divisão de trabalho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443216" y="4425696"/>
            <a:ext cx="3877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guarda os bytes do arquivo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guarda o caminho e os metadados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6E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entrega o download sem tocar no Python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922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1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prova de que o arquivo não se perde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4892040" cy="2103120"/>
          </a:xfrm>
          <a:prstGeom prst="roundRect">
            <a:avLst>
              <a:gd name="adj" fmla="val 2609"/>
            </a:avLst>
          </a:prstGeom>
          <a:solidFill>
            <a:srgbClr val="2631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719072"/>
            <a:ext cx="448970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down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...-nginx-1   Removed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...-web-1     Removed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...-db-1      Removed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  ..._default   Removed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0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os 3 containers deixaram de existir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2624328"/>
            <a:ext cx="621792" cy="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629400" y="1572768"/>
            <a:ext cx="4892040" cy="2103120"/>
          </a:xfrm>
          <a:prstGeom prst="roundRect">
            <a:avLst>
              <a:gd name="adj" fmla="val 2609"/>
            </a:avLst>
          </a:prstGeom>
          <a:solidFill>
            <a:srgbClr val="2631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30568" y="1719072"/>
            <a:ext cx="448970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up -d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exec web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ls /vol/media/uploads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relatorio.pdf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planilha.xlsx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os arquivos continuam la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950208"/>
            <a:ext cx="4892040" cy="1664208"/>
          </a:xfrm>
          <a:prstGeom prst="roundRect">
            <a:avLst>
              <a:gd name="adj" fmla="val 3846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77824" y="41330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funciona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448056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remove containers e rede, não volumes. O media_data é um objeto separado no Docker e é remontado no container novo, com o mesmo conteúdo.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29400" y="3950208"/>
            <a:ext cx="4892040" cy="1664208"/>
          </a:xfrm>
          <a:prstGeom prst="roundRect">
            <a:avLst>
              <a:gd name="adj" fmla="val 3846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67144" y="4114800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67144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4133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único jeito de perder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67144" y="452628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 -v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 -v apaga os volumes junto. Fora dela, nem reconstruir a imagem afeta os arquivos.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922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1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Rede fechada e limites que conversam entre 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5029200" cy="4041648"/>
          </a:xfrm>
          <a:prstGeom prst="roundRect">
            <a:avLst>
              <a:gd name="adj" fmla="val 1584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556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31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219456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nginx: 8080 → 80. É a única entrada.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540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30175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web declara 8000 sem publicar: alcançável por nome de serviço, não pelo host.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877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nenhuma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38404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db não declara porta alguma. Quem não é container do projeto não chega nele.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700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depends_on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331720" y="46634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web espera o healthcheck do db passar (condition: service_healthy).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536192"/>
            <a:ext cx="5577840" cy="2697480"/>
          </a:xfrm>
          <a:prstGeom prst="roundRect">
            <a:avLst>
              <a:gd name="adj" fmla="val 2373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217920" y="17373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 timeouts alinhados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2494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22494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client_max_body_size 100M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224942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perímetro externo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7614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27614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UPLOAD_MAX_SIZE_MB = 10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692640" y="27614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negócio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2735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proxy_read_timeout 120s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692640" y="32735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o worker responder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78561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7856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--timeout 120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37856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número, de propósito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4361688"/>
            <a:ext cx="5577840" cy="1280160"/>
          </a:xfrm>
          <a:prstGeom prst="roundRect">
            <a:avLst>
              <a:gd name="adj" fmla="val 5000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181344" y="44988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números que não são a mesma coisa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181344" y="479145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nginx corta o corpo em 100M antes de gastar worker. A aplicação recusa acima de 10 MB, com mensagem ao usuário. E FILE_UPLOAD_MAX_MEMORY_SIZE (5MB) não é limite nenhum: é o ponto em que o Django passa a gravar em arquivo temporário.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922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1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Segurança e configuração por ambiente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1517904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Segredos fora do Git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792224"/>
            <a:ext cx="47228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está no .gitignore e no .dockerignore. O repositório versiona só o .env.example.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86500" y="1554480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8650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98564" y="1517904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desligado por padrão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98564" y="1792224"/>
            <a:ext cx="47228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DJANGO_DEBUG=0; a variável precisa ser explicitamente "1" para ligar.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761488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" y="2724912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e CSRF por variável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999232"/>
            <a:ext cx="47228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ALLOWED_HOSTS e CSRF_TRUSTED_ORIGINS vêm do ambiente — trocar de domínio não mexe no código.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86500" y="2761488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86500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98564" y="2724912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sem privilégio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98564" y="2999232"/>
            <a:ext cx="47228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Django roda como appuser (uid 1000). Se a aplicação for comprometida, não é root no container.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968496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968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931920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read-only no nginx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4206240"/>
            <a:ext cx="47228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media_data e static_data são montados :ro. O nginx só precisa ler.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86500" y="3968496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86500" y="3968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98564" y="3931920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atrás do proxy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798564" y="4206240"/>
            <a:ext cx="47228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SECURE_PROXY_SSL_HEADER lê o X-Forwarded-Proto do nginx, para o Django saber se a origem era HTTPS.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285232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77824" y="5477256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7824" y="5477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298448" y="546811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aberto que eu já sei: as variáveis DJANGO_SUPERUSER_* criam o admin no primeiro boot para facilitar a correção. Em produção, elas saem do .env depois que o usuário existe.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922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1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Roteiro da demo ao vivo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5234940" cy="1261872"/>
          </a:xfrm>
          <a:prstGeom prst="roundRect">
            <a:avLst>
              <a:gd name="adj" fmla="val 5072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73736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37360"/>
            <a:ext cx="4229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a stack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48256"/>
            <a:ext cx="4265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 -d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359152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deixo subido antes de começar; aqui só mostro que está no 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86500" y="1517904"/>
            <a:ext cx="5234940" cy="1261872"/>
          </a:xfrm>
          <a:prstGeom prst="roundRect">
            <a:avLst>
              <a:gd name="adj" fmla="val 5072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24244" y="173736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24244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18020" y="1737360"/>
            <a:ext cx="4229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os três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018020" y="2048256"/>
            <a:ext cx="4265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018020" y="2359152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serviços em execução e o db marcado como healthy.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944368"/>
            <a:ext cx="5234940" cy="1261872"/>
          </a:xfrm>
          <a:prstGeom prst="roundRect">
            <a:avLst>
              <a:gd name="adj" fmla="val 5072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7824" y="3163824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77824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163824"/>
            <a:ext cx="4229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Checar o banco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474720"/>
            <a:ext cx="4265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localhost:8080/healthz/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785616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roda SELECT 1 no Postgres e devolve {"status": "ok"}.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86500" y="2944368"/>
            <a:ext cx="5234940" cy="1261872"/>
          </a:xfrm>
          <a:prstGeom prst="roundRect">
            <a:avLst>
              <a:gd name="adj" fmla="val 5072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24244" y="3163824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24244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18020" y="3163824"/>
            <a:ext cx="4229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um arquivo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018020" y="3474720"/>
            <a:ext cx="4265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localhost:8080/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018020" y="3785616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um .exe, barrado pela validação. Depois um PDF, que entra na lista.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370832"/>
            <a:ext cx="5234940" cy="1261872"/>
          </a:xfrm>
          <a:prstGeom prst="roundRect">
            <a:avLst>
              <a:gd name="adj" fmla="val 5072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77824" y="4590288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7824" y="4590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4590288"/>
            <a:ext cx="4229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no volume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1371600" y="4901184"/>
            <a:ext cx="4265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exec web ls -l /vol/media/uploads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371600" y="5212080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está lá dentro, gravado pelo appuser.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86500" y="4370832"/>
            <a:ext cx="5234940" cy="1261872"/>
          </a:xfrm>
          <a:prstGeom prst="roundRect">
            <a:avLst>
              <a:gd name="adj" fmla="val 5072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24244" y="4590288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24244" y="4590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018020" y="4590288"/>
            <a:ext cx="4229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Destruir e voltar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7018020" y="4901184"/>
            <a:ext cx="4265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 &amp;&amp; docker compose up -d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7018020" y="5212080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novos, arquivo intacto. É o requisito da persistência.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 TÉCNICA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922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1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que ficou de fora e por quê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5257800" cy="3310128"/>
          </a:xfrm>
          <a:prstGeom prst="roundRect">
            <a:avLst>
              <a:gd name="adj" fmla="val 1934"/>
            </a:avLst>
          </a:prstGeom>
          <a:solidFill>
            <a:srgbClr val="F1F2EE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5564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do escopo entregue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67712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validação checa extensão e tamanho, não o conteúdo real do arquivo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mídia é servida no mesmo domínio da aplicação, sem forçar download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em HTTP puro; não há TLS configurado no nginx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local: resolve persistência em um host, não em vários nós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roda no entrypoint — seguro com uma réplica do web, não com várias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536192"/>
            <a:ext cx="5257800" cy="3310128"/>
          </a:xfrm>
          <a:prstGeom prst="roundRect">
            <a:avLst>
              <a:gd name="adj" fmla="val 1934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175564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naturais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67712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Checagem dos bytes iniciais do arquivo, além da extensão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Content-Disposition: attachment na location /media/ do nginx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no nginx e redirecionamento de HTTP para HTTPS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o storage por S3 ou MinIO quando passar de um host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como job separado do boot do web, e os testes rodando em CI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1389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desses pontos muda a infraestrutura que o trabalho pediu — todos são camadas acima dela, e cada limite da esquerda tem o seu caminho já mapeado à direita.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631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430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Recapitulando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039112"/>
            <a:ext cx="219456" cy="21945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60704" y="20116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própria construída a partir de python:3.12-slim, servida por Gunicorn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19456" cy="21945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0704" y="267004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como proxy reverso e único ponto publicado, servindo estáticos e mídia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355848"/>
            <a:ext cx="219456" cy="21945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60704" y="332841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em container, com healthcheck antes de a aplicação subir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014216"/>
            <a:ext cx="219456" cy="21945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60704" y="398678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gravado em /vol/media, dentro de um volume nomeado que sobrevive ao down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0" y="1920240"/>
            <a:ext cx="3657600" cy="2331720"/>
          </a:xfrm>
          <a:prstGeom prst="roundRect">
            <a:avLst>
              <a:gd name="adj" fmla="val 2745"/>
            </a:avLst>
          </a:prstGeom>
          <a:solidFill>
            <a:srgbClr val="313D49"/>
          </a:solidFill>
          <a:ln/>
          <a:effectLst>
            <a:outerShdw sx="100000" sy="100000" kx="0" ky="0" algn="bl" rotWithShape="0" blurRad="114300" dist="20320" dir="5400000">
              <a:srgbClr val="97A0A9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138160" y="21396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248716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Geisbelly/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django-docker-upload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36941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 -d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0292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907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Obrigada — perguntas?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Defesa - Django em Docker</dc:title>
  <dc:subject>PptxGenJS Presentation</dc:subject>
  <dc:creator>Geisbelly Victoria</dc:creator>
  <cp:lastModifiedBy>Geisbelly Victoria</cp:lastModifiedBy>
  <cp:revision>1</cp:revision>
  <dcterms:created xsi:type="dcterms:W3CDTF">2026-09-25T19:07:55Z</dcterms:created>
  <dcterms:modified xsi:type="dcterms:W3CDTF">2026-09-25T19:07:55Z</dcterms:modified>
</cp:coreProperties>
</file>